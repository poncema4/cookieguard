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6" dt="2026-09-10T22:39:33.724"/>
    <p1510:client id="{529B99CD-34DF-4D46-C4DA-93A9A7034C6F}" v="167" dt="2026-09-10T22:36:32.1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130DF6-E5CC-487D-BF80-E077FB66F56E}" type="datetimeFigureOut">
              <a:t>9/10/2026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35DAC3-95DB-4049-AB25-C54406F91F9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720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takeaway: HttpOnly reduces the ability of injected JavaScript to directly access the protected cookie. It does not prevent XSS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Network evidence, not just the cookie table, is what demonstrates the CSRF result: whether the cookie is attached to the request. Lax has browser-specific caveats for top-level navigation; Strict gives the deterministic blocked case used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6789" y="-1"/>
            <a:ext cx="1219200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anchor="t"/>
          <a:lstStyle>
            <a:lvl1pPr>
              <a:defRPr/>
            </a:lvl1pPr>
          </a:lstStyle>
          <a:p>
            <a:endParaRPr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7DA815B-BFAB-3E8D-D7E1-E7F9DE0A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6096000" cy="6857999"/>
          </a:xfrm>
          <a:gradFill>
            <a:gsLst>
              <a:gs pos="86000">
                <a:schemeClr val="accent4">
                  <a:lumMod val="50000"/>
                  <a:alpha val="95000"/>
                </a:schemeClr>
              </a:gs>
              <a:gs pos="100000">
                <a:schemeClr val="bg2">
                  <a:alpha val="90000"/>
                </a:schemeClr>
              </a:gs>
              <a:gs pos="42000">
                <a:srgbClr val="161824">
                  <a:alpha val="20000"/>
                </a:srgbClr>
              </a:gs>
              <a:gs pos="18000">
                <a:schemeClr val="bg2">
                  <a:lumMod val="90000"/>
                  <a:lumOff val="10000"/>
                  <a:alpha val="0"/>
                </a:schemeClr>
              </a:gs>
            </a:gsLst>
            <a:lin ang="11400000" scaled="0"/>
          </a:gradFill>
        </p:spPr>
        <p:txBody>
          <a:bodyPr lIns="365760" tIns="822960" rIns="914400" bIns="2286000" anchor="t"/>
          <a:lstStyle>
            <a:lvl1pPr>
              <a:defRPr sz="5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57758407-B9B8-FC90-BBF1-B9013F196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401889"/>
            <a:ext cx="6096000" cy="4456112"/>
          </a:xfrm>
          <a:gradFill>
            <a:gsLst>
              <a:gs pos="35000">
                <a:schemeClr val="bg2">
                  <a:alpha val="32000"/>
                </a:schemeClr>
              </a:gs>
              <a:gs pos="56000">
                <a:schemeClr val="accent6">
                  <a:alpha val="0"/>
                </a:schemeClr>
              </a:gs>
              <a:gs pos="8000">
                <a:schemeClr val="bg2"/>
              </a:gs>
              <a:gs pos="22000">
                <a:schemeClr val="bg2">
                  <a:alpha val="67000"/>
                </a:schemeClr>
              </a:gs>
            </a:gsLst>
            <a:path path="circle">
              <a:fillToRect t="100000" r="100000"/>
            </a:path>
          </a:gradFill>
        </p:spPr>
        <p:txBody>
          <a:bodyPr vert="horz" lIns="393192" tIns="457200" rIns="27432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03BE6F4-76AC-1913-6858-8449FC30A2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A2CEDE-2AB4-4FB8-9551-E0AA4222B1A3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A959F0E-1234-A029-DD14-0642D14575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2107F04-5566-3CCB-8B23-B8B3ECBA545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12379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22282"/>
            <a:ext cx="9830017" cy="731520"/>
          </a:xfrm>
        </p:spPr>
        <p:txBody>
          <a:bodyPr anchor="b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0EE6BAA-0080-49BB-A5F6-D96B22DFE410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" y="2011680"/>
            <a:ext cx="11402568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14132CA-3777-075A-ECC4-B9DEFA9B3CEB}"/>
              </a:ext>
            </a:extLst>
          </p:cNvPr>
          <p:cNvCxnSpPr>
            <a:cxnSpLocks/>
          </p:cNvCxnSpPr>
          <p:nvPr/>
        </p:nvCxnSpPr>
        <p:spPr>
          <a:xfrm flipH="1">
            <a:off x="394716" y="1704836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5879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blipFill>
            <a:blip r:embed="rId2">
              <a:alphaModFix amt="70000"/>
            </a:blip>
            <a:stretch>
              <a:fillRect l="-2" t="-1" b="-19091"/>
            </a:stretch>
          </a:blipFill>
        </p:spPr>
        <p:txBody>
          <a:bodyPr anchor="t"/>
          <a:lstStyle>
            <a:lvl1pPr>
              <a:defRPr/>
            </a:lvl1pPr>
          </a:lstStyle>
          <a:p>
            <a:endParaRPr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35AE1E4-9BA4-415B-370F-31BCBBC95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-1"/>
            <a:ext cx="6096000" cy="6857999"/>
          </a:xfrm>
          <a:gradFill>
            <a:gsLst>
              <a:gs pos="100000">
                <a:schemeClr val="bg2">
                  <a:alpha val="90000"/>
                </a:schemeClr>
              </a:gs>
              <a:gs pos="34000">
                <a:srgbClr val="061F7B">
                  <a:alpha val="5000"/>
                  <a:lumMod val="74000"/>
                </a:srgbClr>
              </a:gs>
              <a:gs pos="15000">
                <a:schemeClr val="accent1">
                  <a:lumMod val="75000"/>
                  <a:alpha val="0"/>
                </a:schemeClr>
              </a:gs>
            </a:gsLst>
            <a:lin ang="600000" scaled="0"/>
          </a:gradFill>
          <a:ln>
            <a:solidFill>
              <a:schemeClr val="tx1"/>
            </a:solidFill>
          </a:ln>
        </p:spPr>
        <p:txBody>
          <a:bodyPr lIns="1600200" tIns="822960" rIns="274320" bIns="457200" anchor="t"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54B625A-114F-C2DE-F195-EF26EC052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2306" y="4231338"/>
            <a:ext cx="7189694" cy="2626661"/>
          </a:xfrm>
          <a:gradFill>
            <a:gsLst>
              <a:gs pos="63000">
                <a:schemeClr val="accent5">
                  <a:lumMod val="75000"/>
                  <a:alpha val="0"/>
                </a:schemeClr>
              </a:gs>
              <a:gs pos="100000">
                <a:schemeClr val="accent3">
                  <a:lumMod val="60000"/>
                  <a:lumOff val="40000"/>
                  <a:alpha val="69000"/>
                </a:schemeClr>
              </a:gs>
              <a:gs pos="13000">
                <a:schemeClr val="bg2">
                  <a:alpha val="0"/>
                </a:schemeClr>
              </a:gs>
            </a:gsLst>
            <a:lin ang="4200000" scaled="0"/>
          </a:gradFill>
        </p:spPr>
        <p:txBody>
          <a:bodyPr vert="horz" lIns="2743200" tIns="640080" rIns="45720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00" y="210312"/>
            <a:ext cx="1473201" cy="365760"/>
          </a:xfrm>
        </p:spPr>
        <p:txBody>
          <a:bodyPr/>
          <a:lstStyle/>
          <a:p>
            <a:fld id="{21560963-1EEA-4BDE-8FF9-3FEE13B5D43C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9164921" y="210312"/>
            <a:ext cx="2181351" cy="365760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47711" y="210312"/>
            <a:ext cx="448805" cy="365760"/>
          </a:xfrm>
        </p:spPr>
        <p:txBody>
          <a:bodyPr/>
          <a:lstStyle/>
          <a:p>
            <a:fld id="{5E0677F5-4A8A-4BF1-96BE-3BAE8FBAFE2E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29402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A70A2D-6A6F-D8FD-B860-1F184E1B5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133214"/>
            <a:ext cx="11631478" cy="1825674"/>
          </a:xfrm>
        </p:spPr>
        <p:txBody>
          <a:bodyPr anchor="t"/>
          <a:lstStyle>
            <a:lvl1pPr>
              <a:defRPr sz="5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95EA3D9-98A4-3891-668D-DF99CC18D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1" y="5351226"/>
            <a:ext cx="7235954" cy="771276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4E1D7382-6629-2CE5-9CD1-12C42772E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4D3FCD7-2C92-02D9-B65F-03119FF69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825B394-7F27-6399-8BDB-45CADE4F4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514160-DA6E-9655-9294-6538F297B73D}"/>
              </a:ext>
            </a:extLst>
          </p:cNvPr>
          <p:cNvSpPr/>
          <p:nvPr/>
        </p:nvSpPr>
        <p:spPr>
          <a:xfrm rot="10800000">
            <a:off x="0" y="3432121"/>
            <a:ext cx="12192000" cy="1825033"/>
          </a:xfrm>
          <a:prstGeom prst="rect">
            <a:avLst/>
          </a:prstGeom>
          <a:gradFill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EC29EB-3E43-F1FF-EB6B-9F5C908FFCC8}"/>
              </a:ext>
            </a:extLst>
          </p:cNvPr>
          <p:cNvSpPr/>
          <p:nvPr/>
        </p:nvSpPr>
        <p:spPr>
          <a:xfrm rot="16200000" flipH="1">
            <a:off x="5938634" y="-996853"/>
            <a:ext cx="1825034" cy="10681699"/>
          </a:xfrm>
          <a:prstGeom prst="rect">
            <a:avLst/>
          </a:prstGeom>
          <a:gradFill>
            <a:gsLst>
              <a:gs pos="56000">
                <a:schemeClr val="bg1">
                  <a:alpha val="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364610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 userDrawn="1">
          <p15:clr>
            <a:srgbClr val="FBAE40"/>
          </p15:clr>
        </p15:guide>
        <p15:guide id="6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-367222" y="367225"/>
            <a:ext cx="6866356" cy="6131909"/>
          </a:xfrm>
          <a:prstGeom prst="rect">
            <a:avLst/>
          </a:prstGeom>
          <a:gradFill>
            <a:gsLst>
              <a:gs pos="13000">
                <a:schemeClr val="accent2"/>
              </a:gs>
              <a:gs pos="60000">
                <a:schemeClr val="bg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rot="5400000" flipV="1">
            <a:off x="-1977949" y="2307330"/>
            <a:ext cx="6528619" cy="257271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42000">
                <a:schemeClr val="bg2"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AFF5B4-F60C-7639-0259-DAA1F9833429}"/>
              </a:ext>
            </a:extLst>
          </p:cNvPr>
          <p:cNvSpPr/>
          <p:nvPr/>
        </p:nvSpPr>
        <p:spPr>
          <a:xfrm rot="10800000">
            <a:off x="1" y="4216109"/>
            <a:ext cx="8887299" cy="2644533"/>
          </a:xfrm>
          <a:prstGeom prst="rect">
            <a:avLst/>
          </a:prstGeom>
          <a:gradFill>
            <a:gsLst>
              <a:gs pos="0">
                <a:schemeClr val="accent3">
                  <a:lumMod val="60000"/>
                  <a:lumOff val="40000"/>
                </a:schemeClr>
              </a:gs>
              <a:gs pos="49000">
                <a:schemeClr val="accent4">
                  <a:lumMod val="75000"/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8499" y="952500"/>
            <a:ext cx="8887299" cy="5636798"/>
          </a:xfrm>
        </p:spPr>
        <p:txBody>
          <a:bodyPr anchor="b">
            <a:normAutofit/>
          </a:bodyPr>
          <a:lstStyle>
            <a:lvl1pPr algn="r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CA76BF-5E58-9143-643F-6B06864B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6C9F8B-DAAC-4FD9-5257-842E1B079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EF8E261-B260-D169-5279-F4153543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3425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>
            <a:off x="28450" y="0"/>
            <a:ext cx="7600185" cy="6858000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0" y="3409447"/>
            <a:ext cx="7609635" cy="3448553"/>
          </a:xfrm>
          <a:prstGeom prst="rect">
            <a:avLst/>
          </a:prstGeom>
          <a:gradFill>
            <a:gsLst>
              <a:gs pos="0">
                <a:schemeClr val="accent2"/>
              </a:gs>
              <a:gs pos="45000">
                <a:schemeClr val="bg2">
                  <a:alpha val="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F5B7E4-5668-20C3-5FFF-AA7F08736507}"/>
              </a:ext>
            </a:extLst>
          </p:cNvPr>
          <p:cNvSpPr/>
          <p:nvPr/>
        </p:nvSpPr>
        <p:spPr>
          <a:xfrm rot="16200000">
            <a:off x="394816" y="-375817"/>
            <a:ext cx="6858000" cy="7609635"/>
          </a:xfrm>
          <a:prstGeom prst="rect">
            <a:avLst/>
          </a:prstGeom>
          <a:gradFill>
            <a:gsLst>
              <a:gs pos="0">
                <a:schemeClr val="tx1"/>
              </a:gs>
              <a:gs pos="18000">
                <a:schemeClr val="accent3">
                  <a:lumMod val="60000"/>
                  <a:lumOff val="40000"/>
                  <a:alpha val="72000"/>
                </a:schemeClr>
              </a:gs>
              <a:gs pos="56000">
                <a:schemeClr val="accent1">
                  <a:lumMod val="50000"/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8344FF-8882-8B2E-4777-40771425C01A}"/>
              </a:ext>
            </a:extLst>
          </p:cNvPr>
          <p:cNvSpPr/>
          <p:nvPr/>
        </p:nvSpPr>
        <p:spPr>
          <a:xfrm rot="16200000">
            <a:off x="1188613" y="417977"/>
            <a:ext cx="5518112" cy="7361933"/>
          </a:xfrm>
          <a:prstGeom prst="rect">
            <a:avLst/>
          </a:prstGeom>
          <a:gradFill flip="none" rotWithShape="1">
            <a:gsLst>
              <a:gs pos="24000">
                <a:schemeClr val="bg2">
                  <a:alpha val="0"/>
                </a:schemeClr>
              </a:gs>
              <a:gs pos="45000">
                <a:schemeClr val="bg2">
                  <a:alpha val="82000"/>
                </a:schemeClr>
              </a:gs>
              <a:gs pos="67000">
                <a:schemeClr val="bg1">
                  <a:alpha val="0"/>
                </a:schemeClr>
              </a:gs>
            </a:gsLst>
            <a:lin ang="12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F9BCED7-6A0B-12F0-730B-5623879C9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2" y="1714498"/>
            <a:ext cx="4960617" cy="4722876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E14FBD3E-3A09-5EF4-6941-FFF3E03D539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A2CEDE-2AB4-4FB8-9551-E0AA4222B1A3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62D8C0B-F931-385E-61C9-0E7226053F0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909368" y="210114"/>
            <a:ext cx="2509284" cy="365760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7E96BDD-FAA3-3ABD-453F-3A62D97801B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52232" y="1246951"/>
            <a:ext cx="3404277" cy="4923185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086C0A-2B9C-7A1D-5F77-AF7402CC1F84}"/>
              </a:ext>
            </a:extLst>
          </p:cNvPr>
          <p:cNvCxnSpPr>
            <a:cxnSpLocks/>
          </p:cNvCxnSpPr>
          <p:nvPr/>
        </p:nvCxnSpPr>
        <p:spPr>
          <a:xfrm flipH="1">
            <a:off x="8002560" y="762000"/>
            <a:ext cx="3840480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67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84410D4-C581-C48F-5E1D-E93DA884342F}"/>
              </a:ext>
            </a:extLst>
          </p:cNvPr>
          <p:cNvSpPr/>
          <p:nvPr/>
        </p:nvSpPr>
        <p:spPr>
          <a:xfrm rot="10800000">
            <a:off x="14619" y="-2"/>
            <a:ext cx="12177379" cy="4492404"/>
          </a:xfrm>
          <a:prstGeom prst="rect">
            <a:avLst/>
          </a:prstGeom>
          <a:gradFill flip="none" rotWithShape="1">
            <a:gsLst>
              <a:gs pos="33000">
                <a:schemeClr val="bg2">
                  <a:alpha val="0"/>
                </a:schemeClr>
              </a:gs>
              <a:gs pos="82000">
                <a:schemeClr val="accent1">
                  <a:lumMod val="50000"/>
                  <a:alpha val="44000"/>
                </a:schemeClr>
              </a:gs>
              <a:gs pos="100000">
                <a:schemeClr val="accent3">
                  <a:lumMod val="60000"/>
                  <a:lumOff val="40000"/>
                  <a:alpha val="9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723903" y="1161955"/>
            <a:ext cx="11468097" cy="3330447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27000">
                <a:schemeClr val="bg2">
                  <a:alpha val="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 rot="10800000">
            <a:off x="-14621" y="-7466"/>
            <a:ext cx="6110621" cy="2500409"/>
          </a:xfrm>
          <a:prstGeom prst="rect">
            <a:avLst/>
          </a:prstGeom>
          <a:gradFill flip="none" rotWithShape="1"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4D63E47-B71F-605F-2462-F6F2ED4F1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468924"/>
            <a:ext cx="5096176" cy="2461308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19100" y="210114"/>
            <a:ext cx="2064089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5515BC3-2A9C-497B-B82C-246EEDDDF89C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477000" y="210114"/>
            <a:ext cx="3251508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87383" y="1161955"/>
            <a:ext cx="4158158" cy="2768278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9B8CAF0-3749-D1CF-0FDA-20F4B5EE9862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0" y="4492402"/>
            <a:ext cx="12192000" cy="2365597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anchor="t"/>
          <a:lstStyle>
            <a:lvl1pPr>
              <a:defRPr/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63499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28AA25-2696-95B5-3DD1-1DDCE335B96E}"/>
              </a:ext>
            </a:extLst>
          </p:cNvPr>
          <p:cNvSpPr/>
          <p:nvPr/>
        </p:nvSpPr>
        <p:spPr>
          <a:xfrm>
            <a:off x="0" y="0"/>
            <a:ext cx="12192000" cy="6869579"/>
          </a:xfrm>
          <a:prstGeom prst="rect">
            <a:avLst/>
          </a:prstGeom>
          <a:gradFill flip="none" rotWithShape="1">
            <a:gsLst>
              <a:gs pos="23000">
                <a:schemeClr val="bg2">
                  <a:alpha val="0"/>
                </a:schemeClr>
              </a:gs>
              <a:gs pos="61000">
                <a:schemeClr val="accent1">
                  <a:lumMod val="50000"/>
                  <a:alpha val="50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8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6450F3-50BF-885C-FD60-BACC77C3F1E0}"/>
              </a:ext>
            </a:extLst>
          </p:cNvPr>
          <p:cNvSpPr/>
          <p:nvPr/>
        </p:nvSpPr>
        <p:spPr>
          <a:xfrm flipH="1" flipV="1">
            <a:off x="0" y="1727456"/>
            <a:ext cx="12192001" cy="5130541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45000">
                <a:schemeClr val="bg2"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53C05B-A90A-250E-CBC3-E741A87656D9}"/>
              </a:ext>
            </a:extLst>
          </p:cNvPr>
          <p:cNvSpPr/>
          <p:nvPr/>
        </p:nvSpPr>
        <p:spPr>
          <a:xfrm rot="5400000">
            <a:off x="4285048" y="-1037373"/>
            <a:ext cx="6869579" cy="8944324"/>
          </a:xfrm>
          <a:prstGeom prst="rect">
            <a:avLst/>
          </a:prstGeom>
          <a:gradFill flip="none" rotWithShape="1">
            <a:gsLst>
              <a:gs pos="60000">
                <a:schemeClr val="accent5">
                  <a:alpha val="0"/>
                </a:schemeClr>
              </a:gs>
              <a:gs pos="94000">
                <a:schemeClr val="accent3">
                  <a:lumMod val="20000"/>
                  <a:lumOff val="8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B1BC43-B272-D419-E8BB-6EFDB7CB6DE6}"/>
              </a:ext>
            </a:extLst>
          </p:cNvPr>
          <p:cNvSpPr/>
          <p:nvPr/>
        </p:nvSpPr>
        <p:spPr>
          <a:xfrm rot="16200000">
            <a:off x="3586718" y="-681705"/>
            <a:ext cx="6783165" cy="8296238"/>
          </a:xfrm>
          <a:prstGeom prst="rect">
            <a:avLst/>
          </a:prstGeom>
          <a:gradFill flip="none" rotWithShape="1">
            <a:gsLst>
              <a:gs pos="26000">
                <a:schemeClr val="bg2"/>
              </a:gs>
              <a:gs pos="73000">
                <a:schemeClr val="bg2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E9B18E3-016A-6508-4AB9-C1B35F40CE8C}"/>
              </a:ext>
            </a:extLst>
          </p:cNvPr>
          <p:cNvCxnSpPr>
            <a:cxnSpLocks/>
          </p:cNvCxnSpPr>
          <p:nvPr/>
        </p:nvCxnSpPr>
        <p:spPr>
          <a:xfrm flipH="1">
            <a:off x="394716" y="6101080"/>
            <a:ext cx="11402568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44A4757-EA69-EF77-262C-A183AC218312}"/>
              </a:ext>
            </a:extLst>
          </p:cNvPr>
          <p:cNvSpPr/>
          <p:nvPr/>
        </p:nvSpPr>
        <p:spPr>
          <a:xfrm rot="10800000">
            <a:off x="0" y="1"/>
            <a:ext cx="12192000" cy="5281424"/>
          </a:xfrm>
          <a:prstGeom prst="rect">
            <a:avLst/>
          </a:prstGeom>
          <a:gradFill flip="none" rotWithShape="1">
            <a:gsLst>
              <a:gs pos="52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1" y="914400"/>
            <a:ext cx="7498080" cy="2621280"/>
          </a:xfrm>
        </p:spPr>
        <p:txBody>
          <a:bodyPr anchor="b">
            <a:normAutofit/>
          </a:bodyPr>
          <a:lstStyle>
            <a:lvl1pPr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F3AD86-30C4-61DF-3300-53A4A4BB6D4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A2CEDE-2AB4-4FB8-9551-E0AA4222B1A3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ED380-F3FA-F88A-4719-014588A2E1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8F7C8-EA2A-EA2C-5113-86B95AACB17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1" y="3901440"/>
            <a:ext cx="7498080" cy="18288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32700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B42C01-B12A-AF17-D0E9-403E14D1D1A7}"/>
              </a:ext>
            </a:extLst>
          </p:cNvPr>
          <p:cNvSpPr/>
          <p:nvPr/>
        </p:nvSpPr>
        <p:spPr>
          <a:xfrm rot="10800000" flipH="1">
            <a:off x="391802" y="773848"/>
            <a:ext cx="11800198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5">
                  <a:lumMod val="75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4AA29D-41E7-06F1-DA88-95401F827C71}"/>
              </a:ext>
            </a:extLst>
          </p:cNvPr>
          <p:cNvSpPr/>
          <p:nvPr/>
        </p:nvSpPr>
        <p:spPr>
          <a:xfrm rot="10800000" flipH="1">
            <a:off x="0" y="773847"/>
            <a:ext cx="11026588" cy="1634270"/>
          </a:xfrm>
          <a:prstGeom prst="rect">
            <a:avLst/>
          </a:prstGeom>
          <a:gradFill flip="none" rotWithShape="1">
            <a:gsLst>
              <a:gs pos="575">
                <a:schemeClr val="accent2"/>
              </a:gs>
              <a:gs pos="3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900" y="1918144"/>
            <a:ext cx="2939186" cy="209681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3E08220-0958-4EB6-84AC-FBA5654D4035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4000" y="210114"/>
            <a:ext cx="2939491" cy="365760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4000" y="1918145"/>
            <a:ext cx="4991100" cy="413303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82082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500"/>
            <a:ext cx="3332784" cy="158191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5986"/>
            <a:ext cx="1097280" cy="365760"/>
          </a:xfrm>
        </p:spPr>
        <p:txBody>
          <a:bodyPr/>
          <a:lstStyle/>
          <a:p>
            <a:fld id="{37D881E9-FF16-48A7-B8AA-A17AAAEAD6E1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494378" y="207291"/>
            <a:ext cx="1639372" cy="365760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3140760" y="210114"/>
            <a:ext cx="493776" cy="365760"/>
          </a:xfrm>
        </p:spPr>
        <p:txBody>
          <a:bodyPr/>
          <a:lstStyle/>
          <a:p>
            <a:fld id="{5E0677F5-4A8A-4BF1-96BE-3BAE8FBAFE2E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3099816"/>
            <a:ext cx="3332784" cy="305409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4152900" y="0"/>
            <a:ext cx="80391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anchor="t"/>
          <a:lstStyle>
            <a:lvl1pPr>
              <a:defRPr/>
            </a:lvl1pPr>
          </a:lstStyle>
          <a:p>
            <a:endParaRPr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942C55-3382-C50D-76EB-793EA21DA34F}"/>
              </a:ext>
            </a:extLst>
          </p:cNvPr>
          <p:cNvCxnSpPr>
            <a:cxnSpLocks/>
          </p:cNvCxnSpPr>
          <p:nvPr/>
        </p:nvCxnSpPr>
        <p:spPr>
          <a:xfrm flipH="1">
            <a:off x="397288" y="2811277"/>
            <a:ext cx="324613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8409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4282051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0" y="0"/>
            <a:ext cx="12192000" cy="386407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anchor="t"/>
          <a:lstStyle>
            <a:lvl1pPr>
              <a:defRPr/>
            </a:lvl1pPr>
          </a:lstStyle>
          <a:p>
            <a:endParaRPr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4282051"/>
            <a:ext cx="7010399" cy="1532976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1752" y="6263640"/>
            <a:ext cx="1759288" cy="365760"/>
          </a:xfrm>
        </p:spPr>
        <p:txBody>
          <a:bodyPr/>
          <a:lstStyle/>
          <a:p>
            <a:fld id="{862C1B48-5712-40E8-928E-1136C5D12A17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6263640"/>
            <a:ext cx="2509284" cy="365760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00323" y="6263640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192296-0A21-2685-A792-B2723855E5B3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2184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0E9D96-CB28-0F2C-BBB9-CE51B3EEBF53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984" y="955810"/>
            <a:ext cx="4114800" cy="1244051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0" y="1"/>
            <a:ext cx="695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anchor="t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7469431" y="210114"/>
            <a:ext cx="1485900" cy="365760"/>
          </a:xfrm>
        </p:spPr>
        <p:txBody>
          <a:bodyPr/>
          <a:lstStyle/>
          <a:p>
            <a:fld id="{2BDF39F2-6977-4B14-98E3-4DFE82804B0D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9376096" y="210114"/>
            <a:ext cx="1860464" cy="365760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5E0677F5-4A8A-4BF1-96BE-3BAE8FBAFE2E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491984" y="2791033"/>
            <a:ext cx="4114800" cy="33832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E9AF0A0-5001-F380-4488-B02AB3C79B31}"/>
              </a:ext>
            </a:extLst>
          </p:cNvPr>
          <p:cNvCxnSpPr>
            <a:cxnSpLocks/>
          </p:cNvCxnSpPr>
          <p:nvPr/>
        </p:nvCxnSpPr>
        <p:spPr>
          <a:xfrm flipH="1">
            <a:off x="7595441" y="2475756"/>
            <a:ext cx="4011343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ED0235B-B98B-7313-28E9-8E643CDFF4A6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2669554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7686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1B48-5712-40E8-928E-1136C5D12A17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210114"/>
            <a:ext cx="2509284" cy="365760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1017686"/>
            <a:ext cx="7010399" cy="237744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0" y="3837709"/>
            <a:ext cx="12192000" cy="3020291"/>
          </a:xfrm>
          <a:blipFill dpi="0" rotWithShape="1">
            <a:blip r:embed="rId2">
              <a:alphaModFix amt="60000"/>
            </a:blip>
            <a:srcRect/>
            <a:stretch>
              <a:fillRect t="-27937"/>
            </a:stretch>
          </a:blipFill>
        </p:spPr>
        <p:txBody>
          <a:bodyPr anchor="t"/>
          <a:lstStyle>
            <a:lvl1pPr>
              <a:defRPr/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929835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371600"/>
            <a:ext cx="3474720" cy="2286000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23EC03A-74B3-46B6-A70D-0B367EABDC7F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57700" y="210114"/>
            <a:ext cx="2859307" cy="365760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7611572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57700" y="1371600"/>
            <a:ext cx="3368778" cy="4701943"/>
          </a:xfrm>
        </p:spPr>
        <p:txBody>
          <a:bodyPr rIns="4572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8731045" y="0"/>
            <a:ext cx="3460955" cy="686687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anchor="t"/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750207-6F0E-41F2-98B5-15BCAB2BF9AD}"/>
              </a:ext>
            </a:extLst>
          </p:cNvPr>
          <p:cNvSpPr/>
          <p:nvPr/>
        </p:nvSpPr>
        <p:spPr>
          <a:xfrm flipH="1">
            <a:off x="0" y="4771072"/>
            <a:ext cx="4874661" cy="2095805"/>
          </a:xfrm>
          <a:prstGeom prst="rect">
            <a:avLst/>
          </a:prstGeom>
          <a:gradFill>
            <a:gsLst>
              <a:gs pos="67000">
                <a:schemeClr val="bg2">
                  <a:alpha val="0"/>
                </a:schemeClr>
              </a:gs>
              <a:gs pos="95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1E79A5-CC18-0B38-C9F4-CA5690475280}"/>
              </a:ext>
            </a:extLst>
          </p:cNvPr>
          <p:cNvSpPr/>
          <p:nvPr/>
        </p:nvSpPr>
        <p:spPr>
          <a:xfrm flipH="1">
            <a:off x="-2" y="3852909"/>
            <a:ext cx="2823100" cy="3022846"/>
          </a:xfrm>
          <a:prstGeom prst="rect">
            <a:avLst/>
          </a:prstGeom>
          <a:gradFill flip="none" rotWithShape="1">
            <a:gsLst>
              <a:gs pos="0">
                <a:schemeClr val="tx2">
                  <a:alpha val="50000"/>
                </a:schemeClr>
              </a:gs>
              <a:gs pos="17000">
                <a:schemeClr val="accent6">
                  <a:lumMod val="60000"/>
                  <a:lumOff val="40000"/>
                  <a:alpha val="52000"/>
                </a:schemeClr>
              </a:gs>
              <a:gs pos="58000">
                <a:schemeClr val="bg1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80496BC-B679-515B-9928-2CC91AD7A8A2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7726680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49961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499"/>
            <a:ext cx="6751127" cy="1250871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3862"/>
            <a:ext cx="2286000" cy="365760"/>
          </a:xfrm>
        </p:spPr>
        <p:txBody>
          <a:bodyPr/>
          <a:lstStyle/>
          <a:p>
            <a:fld id="{D6F66A7C-2450-4D43-AEC7-53AFAE9E8A03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2590800" y="203862"/>
            <a:ext cx="2775003" cy="365760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47336" y="203862"/>
            <a:ext cx="864794" cy="365760"/>
          </a:xfrm>
        </p:spPr>
        <p:txBody>
          <a:bodyPr/>
          <a:lstStyle/>
          <a:p>
            <a:fld id="{5E0677F5-4A8A-4BF1-96BE-3BAE8FBAFE2E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2410518"/>
            <a:ext cx="6755514" cy="380740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7620000" y="0"/>
            <a:ext cx="45720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anchor="t"/>
          <a:lstStyle>
            <a:lvl1pPr>
              <a:defRPr/>
            </a:lvl1pPr>
          </a:lstStyle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40749-9485-B575-4B2A-075EAA112D08}"/>
              </a:ext>
            </a:extLst>
          </p:cNvPr>
          <p:cNvSpPr/>
          <p:nvPr/>
        </p:nvSpPr>
        <p:spPr>
          <a:xfrm flipH="1">
            <a:off x="0" y="3706098"/>
            <a:ext cx="7620000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6">
                  <a:alpha val="66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E19E54-3987-D72A-629F-B4FB61FCC4E9}"/>
              </a:ext>
            </a:extLst>
          </p:cNvPr>
          <p:cNvSpPr/>
          <p:nvPr/>
        </p:nvSpPr>
        <p:spPr>
          <a:xfrm flipH="1">
            <a:off x="0" y="5597112"/>
            <a:ext cx="7620000" cy="1260888"/>
          </a:xfrm>
          <a:prstGeom prst="rect">
            <a:avLst/>
          </a:prstGeom>
          <a:gradFill flip="none" rotWithShape="1">
            <a:gsLst>
              <a:gs pos="21830">
                <a:schemeClr val="accent1">
                  <a:alpha val="29000"/>
                </a:schemeClr>
              </a:gs>
              <a:gs pos="0">
                <a:schemeClr val="accent5">
                  <a:lumMod val="60000"/>
                  <a:lumOff val="40000"/>
                  <a:alpha val="84000"/>
                </a:schemeClr>
              </a:gs>
              <a:gs pos="5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4DF899-11E5-3A31-4C5A-75E63BA26BC6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6620256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717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2834639"/>
            <a:ext cx="3014382" cy="292608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DA51E54-3166-19CA-EB55-5DFFB9426CAD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-17796" y="0"/>
            <a:ext cx="12209796" cy="242009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anchor="t"/>
          <a:lstStyle>
            <a:lvl1pPr>
              <a:defRPr/>
            </a:lvl1pPr>
          </a:lstStyle>
          <a:p>
            <a:endParaRPr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834640"/>
            <a:ext cx="7200900" cy="29260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None/>
              <a:defRPr sz="1800"/>
            </a:lvl1pPr>
            <a:lvl2pPr marL="514350" indent="-285750">
              <a:buFont typeface="Arial" panose="020B0604020202020204" pitchFamily="34" charset="0"/>
              <a:buNone/>
              <a:defRPr sz="16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200"/>
            </a:lvl4pPr>
            <a:lvl5pPr marL="1085850" indent="-171450">
              <a:buFont typeface="Arial" panose="020B0604020202020204" pitchFamily="34" charset="0"/>
              <a:buNone/>
              <a:defRPr sz="11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6274033"/>
            <a:ext cx="3014382" cy="365760"/>
          </a:xfrm>
        </p:spPr>
        <p:txBody>
          <a:bodyPr/>
          <a:lstStyle/>
          <a:p>
            <a:fld id="{FBC323F5-F813-45BA-B261-A7C41DB03AE5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80560" y="6274033"/>
            <a:ext cx="3162300" cy="365760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92840" y="6274033"/>
            <a:ext cx="568917" cy="365760"/>
          </a:xfrm>
        </p:spPr>
        <p:txBody>
          <a:bodyPr/>
          <a:lstStyle/>
          <a:p>
            <a:fld id="{5E0677F5-4A8A-4BF1-96BE-3BAE8FBAFE2E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BDDCA5B-BBAB-ABCD-27B8-D3CD17FD04BC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25663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0934"/>
            <a:ext cx="3507418" cy="1398494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4A97960-D10E-4C66-898F-E062784CD6C7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932680" y="210114"/>
            <a:ext cx="2509284" cy="365760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dirty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451351" y="2680447"/>
            <a:ext cx="3357819" cy="3662083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anchor="t"/>
          <a:lstStyle>
            <a:lvl1pPr>
              <a:defRPr/>
            </a:lvl1pPr>
          </a:lstStyle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06EA5C-4A14-95D3-20DF-1EEB607C889B}"/>
              </a:ext>
            </a:extLst>
          </p:cNvPr>
          <p:cNvSpPr/>
          <p:nvPr/>
        </p:nvSpPr>
        <p:spPr>
          <a:xfrm flipH="1">
            <a:off x="2171702" y="5847066"/>
            <a:ext cx="10020298" cy="1010934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76000">
                <a:schemeClr val="accent1">
                  <a:lumMod val="50000"/>
                  <a:alpha val="39000"/>
                </a:schemeClr>
              </a:gs>
              <a:gs pos="100000">
                <a:schemeClr val="accent5">
                  <a:alpha val="68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5652D2-BF56-96CE-426B-26972C38434D}"/>
              </a:ext>
            </a:extLst>
          </p:cNvPr>
          <p:cNvSpPr/>
          <p:nvPr/>
        </p:nvSpPr>
        <p:spPr>
          <a:xfrm rot="16200000" flipH="1">
            <a:off x="7767364" y="2433362"/>
            <a:ext cx="4944033" cy="390523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40000"/>
                </a:schemeClr>
              </a:gs>
              <a:gs pos="32000">
                <a:schemeClr val="bg1">
                  <a:alpha val="0"/>
                </a:schemeClr>
              </a:gs>
            </a:gsLst>
            <a:lin ang="14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CA30D42-B5FE-EAD1-8419-4AD002C32B1F}"/>
              </a:ext>
            </a:extLst>
          </p:cNvPr>
          <p:cNvCxnSpPr>
            <a:cxnSpLocks/>
          </p:cNvCxnSpPr>
          <p:nvPr/>
        </p:nvCxnSpPr>
        <p:spPr>
          <a:xfrm>
            <a:off x="4426824" y="1075765"/>
            <a:ext cx="0" cy="4944035"/>
          </a:xfrm>
          <a:prstGeom prst="line">
            <a:avLst/>
          </a:prstGeom>
          <a:ln w="6350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32679" y="1010932"/>
            <a:ext cx="6492240" cy="52120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661806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9811"/>
            <a:ext cx="3419380" cy="1856553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4A97960-D10E-4C66-898F-E062784CD6C7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478969" y="210114"/>
            <a:ext cx="2509284" cy="365760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dirty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382390" y="3045041"/>
            <a:ext cx="3338742" cy="329748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anchor="t"/>
          <a:lstStyle>
            <a:lvl1pPr>
              <a:defRPr/>
            </a:lvl1pPr>
          </a:lstStyle>
          <a:p>
            <a:endParaRPr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78968" y="1019810"/>
            <a:ext cx="7315200" cy="55778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826924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BF28860-8FEF-73E6-FEDF-176AC5D70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6998" y="4907611"/>
            <a:ext cx="5320285" cy="1438873"/>
          </a:xfrm>
        </p:spPr>
        <p:txBody>
          <a:bodyPr anchor="t"/>
          <a:lstStyle>
            <a:lvl1pPr>
              <a:lnSpc>
                <a:spcPct val="100000"/>
              </a:lnSpc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DE8C0-7863-A0F4-9EFB-60B2F8DD221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7B77AD4-7B4F-4A76-ADEB-9CF6601338DB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E20381-0150-ABDF-3C66-3E77DA79EE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AD7FDD-1157-5BB4-4A9F-3F35CE7FF47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B446035-33B1-F0D9-18B1-58E177267E3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638" y="766763"/>
            <a:ext cx="11320462" cy="3489325"/>
          </a:xfrm>
        </p:spPr>
        <p:txBody>
          <a:bodyPr/>
          <a:lstStyle>
            <a:lvl1pPr>
              <a:lnSpc>
                <a:spcPct val="85000"/>
              </a:lnSpc>
              <a:defRPr sz="24000">
                <a:gradFill>
                  <a:gsLst>
                    <a:gs pos="0">
                      <a:schemeClr val="accent6"/>
                    </a:gs>
                    <a:gs pos="46000">
                      <a:schemeClr val="accent1"/>
                    </a:gs>
                    <a:gs pos="100000">
                      <a:schemeClr val="accent3">
                        <a:lumMod val="60000"/>
                        <a:lumOff val="40000"/>
                      </a:schemeClr>
                    </a:gs>
                  </a:gsLst>
                  <a:lin ang="42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F77A56B-CD68-22F4-F473-A2063E81D70D}"/>
              </a:ext>
            </a:extLst>
          </p:cNvPr>
          <p:cNvCxnSpPr>
            <a:cxnSpLocks/>
          </p:cNvCxnSpPr>
          <p:nvPr/>
        </p:nvCxnSpPr>
        <p:spPr>
          <a:xfrm flipH="1">
            <a:off x="394716" y="466224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24741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0BED7B15-76E6-E98E-A0BB-6188FC145CDD}"/>
              </a:ext>
            </a:extLst>
          </p:cNvPr>
          <p:cNvSpPr/>
          <p:nvPr/>
        </p:nvSpPr>
        <p:spPr>
          <a:xfrm rot="10800000" flipH="1">
            <a:off x="-1" y="0"/>
            <a:ext cx="12192002" cy="6858000"/>
          </a:xfrm>
          <a:prstGeom prst="rect">
            <a:avLst/>
          </a:prstGeom>
          <a:gradFill flip="none" rotWithShape="1">
            <a:gsLst>
              <a:gs pos="50000">
                <a:schemeClr val="accent3">
                  <a:lumMod val="60000"/>
                  <a:lumOff val="40000"/>
                  <a:alpha val="75000"/>
                </a:schemeClr>
              </a:gs>
              <a:gs pos="0">
                <a:schemeClr val="accent1">
                  <a:lumMod val="50000"/>
                </a:schemeClr>
              </a:gs>
              <a:gs pos="100000">
                <a:schemeClr val="accent4">
                  <a:lumMod val="50000"/>
                </a:schemeClr>
              </a:gs>
              <a:gs pos="85000">
                <a:schemeClr val="accent2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3602343-A974-BE4B-41E6-58237921FB4D}"/>
              </a:ext>
            </a:extLst>
          </p:cNvPr>
          <p:cNvSpPr/>
          <p:nvPr/>
        </p:nvSpPr>
        <p:spPr>
          <a:xfrm flipH="1">
            <a:off x="3683466" y="0"/>
            <a:ext cx="8508534" cy="6858000"/>
          </a:xfrm>
          <a:prstGeom prst="rect">
            <a:avLst/>
          </a:prstGeom>
          <a:gradFill flip="none" rotWithShape="1">
            <a:gsLst>
              <a:gs pos="6000">
                <a:schemeClr val="accent3">
                  <a:lumMod val="40000"/>
                  <a:lumOff val="60000"/>
                </a:schemeClr>
              </a:gs>
              <a:gs pos="73000">
                <a:schemeClr val="accent3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022E84-7D91-EFA0-CBCA-F9AC98E6181F}"/>
              </a:ext>
            </a:extLst>
          </p:cNvPr>
          <p:cNvSpPr/>
          <p:nvPr/>
        </p:nvSpPr>
        <p:spPr>
          <a:xfrm rot="5400000">
            <a:off x="1670408" y="-1670408"/>
            <a:ext cx="7492544" cy="10833360"/>
          </a:xfrm>
          <a:prstGeom prst="rect">
            <a:avLst/>
          </a:prstGeom>
          <a:gradFill flip="none" rotWithShape="1">
            <a:gsLst>
              <a:gs pos="58000">
                <a:schemeClr val="accent2">
                  <a:alpha val="0"/>
                </a:schemeClr>
              </a:gs>
              <a:gs pos="98000">
                <a:schemeClr val="accent6">
                  <a:lumMod val="75000"/>
                </a:schemeClr>
              </a:gs>
            </a:gsLst>
            <a:lin ang="9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67344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DA0DC0-3518-750A-3821-192C03B2D059}"/>
              </a:ext>
            </a:extLst>
          </p:cNvPr>
          <p:cNvSpPr/>
          <p:nvPr/>
        </p:nvSpPr>
        <p:spPr>
          <a:xfrm rot="10800000">
            <a:off x="5031742" y="-20336"/>
            <a:ext cx="7160258" cy="6878336"/>
          </a:xfrm>
          <a:prstGeom prst="rect">
            <a:avLst/>
          </a:prstGeom>
          <a:gradFill>
            <a:gsLst>
              <a:gs pos="30000">
                <a:schemeClr val="accent4">
                  <a:lumMod val="60000"/>
                  <a:lumOff val="40000"/>
                  <a:alpha val="0"/>
                </a:schemeClr>
              </a:gs>
              <a:gs pos="89000">
                <a:schemeClr val="bg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B402F4-533A-849C-ACAD-039056A5D174}"/>
              </a:ext>
            </a:extLst>
          </p:cNvPr>
          <p:cNvSpPr/>
          <p:nvPr/>
        </p:nvSpPr>
        <p:spPr>
          <a:xfrm flipH="1">
            <a:off x="8961" y="2704579"/>
            <a:ext cx="12183038" cy="4153421"/>
          </a:xfrm>
          <a:prstGeom prst="rect">
            <a:avLst/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68000">
                <a:schemeClr val="bg2">
                  <a:alpha val="67000"/>
                </a:schemeClr>
              </a:gs>
              <a:gs pos="90000">
                <a:schemeClr val="bg2"/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2E0CC3F-E257-4F6E-9E6A-B96D887699EC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8124DA4-1249-371C-65BA-0AAC0239D4C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320" y="2704946"/>
            <a:ext cx="9801225" cy="3538538"/>
          </a:xfrm>
        </p:spPr>
        <p:txBody>
          <a:bodyPr anchor="b"/>
          <a:lstStyle>
            <a:lvl1pPr>
              <a:lnSpc>
                <a:spcPct val="100000"/>
              </a:lnSpc>
              <a:defRPr sz="5400"/>
            </a:lvl1pPr>
            <a:lvl2pPr>
              <a:lnSpc>
                <a:spcPct val="100000"/>
              </a:lnSpc>
              <a:defRPr sz="4800"/>
            </a:lvl2pPr>
            <a:lvl3pPr>
              <a:lnSpc>
                <a:spcPct val="100000"/>
              </a:lnSpc>
              <a:defRPr sz="4400"/>
            </a:lvl3pPr>
            <a:lvl4pPr>
              <a:lnSpc>
                <a:spcPct val="100000"/>
              </a:lnSpc>
              <a:defRPr sz="4000"/>
            </a:lvl4pPr>
            <a:lvl5pPr>
              <a:lnSpc>
                <a:spcPct val="100000"/>
              </a:lnSpc>
              <a:defRPr sz="360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899433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008CFE4-4AC8-17F9-C6E2-22D96CF8106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774BFB-EECC-C995-E701-4CCEB032FC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861412"/>
            <a:ext cx="12192000" cy="301077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70000"/>
                </a:schemeClr>
              </a:gs>
              <a:gs pos="50000">
                <a:schemeClr val="bg2">
                  <a:alpha val="0"/>
                </a:schemeClr>
              </a:gs>
            </a:gsLst>
            <a:lin ang="1716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2E260E-763F-A06B-2808-39975829F205}"/>
              </a:ext>
            </a:extLst>
          </p:cNvPr>
          <p:cNvSpPr/>
          <p:nvPr/>
        </p:nvSpPr>
        <p:spPr>
          <a:xfrm rot="5400000" flipH="1">
            <a:off x="2667005" y="-2666996"/>
            <a:ext cx="6857996" cy="12191993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75000"/>
                  <a:alpha val="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82642F-D94D-7313-EB9D-48E3CBEDD19C}"/>
              </a:ext>
            </a:extLst>
          </p:cNvPr>
          <p:cNvSpPr/>
          <p:nvPr/>
        </p:nvSpPr>
        <p:spPr>
          <a:xfrm rot="16200000" flipH="1">
            <a:off x="4381500" y="-4373435"/>
            <a:ext cx="3429000" cy="1217587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6000">
                <a:schemeClr val="accent6"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900" y="4967784"/>
            <a:ext cx="8484108" cy="1052015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0BDAA3E-BE52-42BC-99E8-CCCB81A57ABD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E0677F5-4A8A-4BF1-96BE-3BAE8FBAFE2E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900" y="1405719"/>
            <a:ext cx="8484108" cy="3087622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lang="en-US" sz="3600" b="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1ECC83-D6FA-D54B-81F2-EE93577E016F}"/>
              </a:ext>
            </a:extLst>
          </p:cNvPr>
          <p:cNvCxnSpPr>
            <a:cxnSpLocks/>
          </p:cNvCxnSpPr>
          <p:nvPr/>
        </p:nvCxnSpPr>
        <p:spPr>
          <a:xfrm flipH="1">
            <a:off x="2077285" y="4810814"/>
            <a:ext cx="8273723" cy="0"/>
          </a:xfrm>
          <a:prstGeom prst="line">
            <a:avLst/>
          </a:prstGeom>
          <a:ln w="6350">
            <a:solidFill>
              <a:schemeClr val="tx1">
                <a:lumMod val="75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6060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7012885" cy="1381432"/>
          </a:xfrm>
        </p:spPr>
        <p:txBody>
          <a:bodyPr anchor="t">
            <a:noAutofit/>
          </a:bodyPr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B1491A9-BF26-4517-AB22-6183D453A902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ABA73FC-7BD1-70E0-E0BB-062C0B9E495C}"/>
              </a:ext>
            </a:extLst>
          </p:cNvPr>
          <p:cNvCxnSpPr>
            <a:cxnSpLocks/>
          </p:cNvCxnSpPr>
          <p:nvPr/>
        </p:nvCxnSpPr>
        <p:spPr>
          <a:xfrm flipH="1">
            <a:off x="394716" y="303297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E12F779-E4E9-1000-6D97-63D7AD0CD426}"/>
              </a:ext>
            </a:extLst>
          </p:cNvPr>
          <p:cNvSpPr/>
          <p:nvPr/>
        </p:nvSpPr>
        <p:spPr>
          <a:xfrm rot="5400000" flipH="1">
            <a:off x="4765041" y="-568961"/>
            <a:ext cx="2661919" cy="12192002"/>
          </a:xfrm>
          <a:prstGeom prst="rect">
            <a:avLst/>
          </a:prstGeom>
          <a:gradFill>
            <a:gsLst>
              <a:gs pos="51000">
                <a:schemeClr val="bg2">
                  <a:alpha val="0"/>
                </a:schemeClr>
              </a:gs>
              <a:gs pos="98276">
                <a:schemeClr val="tx2"/>
              </a:gs>
              <a:gs pos="85000">
                <a:schemeClr val="accent1">
                  <a:alpha val="8500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1177CF-A7A2-912C-416D-E7E03D2C5291}"/>
              </a:ext>
            </a:extLst>
          </p:cNvPr>
          <p:cNvSpPr/>
          <p:nvPr/>
        </p:nvSpPr>
        <p:spPr>
          <a:xfrm rot="5400000" flipH="1">
            <a:off x="4516120" y="-817882"/>
            <a:ext cx="3159760" cy="12192003"/>
          </a:xfrm>
          <a:prstGeom prst="rect">
            <a:avLst/>
          </a:prstGeom>
          <a:gradFill>
            <a:gsLst>
              <a:gs pos="62000">
                <a:schemeClr val="bg2">
                  <a:alpha val="0"/>
                </a:schemeClr>
              </a:gs>
              <a:gs pos="98276">
                <a:schemeClr val="accent5"/>
              </a:gs>
              <a:gs pos="88000">
                <a:schemeClr val="accent3">
                  <a:alpha val="49000"/>
                </a:schemeClr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3230" y="3429000"/>
            <a:ext cx="11171699" cy="24656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477887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3CA1D0-5ABF-E529-5411-F834222E48FC}"/>
              </a:ext>
            </a:extLst>
          </p:cNvPr>
          <p:cNvSpPr/>
          <p:nvPr/>
        </p:nvSpPr>
        <p:spPr>
          <a:xfrm rot="5400000">
            <a:off x="5020923" y="-2430130"/>
            <a:ext cx="1825034" cy="11866880"/>
          </a:xfrm>
          <a:prstGeom prst="rect">
            <a:avLst/>
          </a:prstGeom>
          <a:gradFill>
            <a:gsLst>
              <a:gs pos="41000">
                <a:schemeClr val="bg1">
                  <a:alpha val="0"/>
                </a:schemeClr>
              </a:gs>
              <a:gs pos="85612">
                <a:schemeClr val="accent4">
                  <a:alpha val="7800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0F5D87-BF9C-3DAE-D977-87A4FA7749F4}"/>
              </a:ext>
            </a:extLst>
          </p:cNvPr>
          <p:cNvSpPr/>
          <p:nvPr/>
        </p:nvSpPr>
        <p:spPr>
          <a:xfrm rot="10800000" flipH="1">
            <a:off x="0" y="2590790"/>
            <a:ext cx="12192000" cy="1825033"/>
          </a:xfrm>
          <a:prstGeom prst="rect">
            <a:avLst/>
          </a:prstGeom>
          <a:gradFill>
            <a:gsLst>
              <a:gs pos="68000">
                <a:schemeClr val="bg2">
                  <a:alpha val="0"/>
                </a:schemeClr>
              </a:gs>
              <a:gs pos="98851">
                <a:schemeClr val="accent5">
                  <a:lumMod val="60000"/>
                  <a:lumOff val="40000"/>
                </a:schemeClr>
              </a:gs>
              <a:gs pos="89000">
                <a:schemeClr val="accent3">
                  <a:lumMod val="60000"/>
                  <a:lumOff val="40000"/>
                  <a:alpha val="3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6095999" cy="1454506"/>
          </a:xfrm>
        </p:spPr>
        <p:txBody>
          <a:bodyPr anchor="t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3A5024DF-23AF-419A-978A-28215FBF1E37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E0677F5-4A8A-4BF1-96BE-3BAE8FBAFE2E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20000" y="3337560"/>
            <a:ext cx="3595171" cy="282858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200" dirty="0"/>
            </a:lvl3pPr>
            <a:lvl4pPr marL="685800" indent="0">
              <a:buNone/>
              <a:defRPr lang="en-US" sz="1100" dirty="0"/>
            </a:lvl4pPr>
            <a:lvl5pPr marL="914400" indent="0">
              <a:buNone/>
              <a:defRPr lang="en-US" sz="105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6142306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0858500" cy="69238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B01CFC0-D171-4F9D-A610-2F47C1080058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E0677F5-4A8A-4BF1-96BE-3BAE8FBAFE2E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0A35E0D-62A8-3554-9B0A-F98F410BA73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1806575"/>
            <a:ext cx="5165725" cy="458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59B3B287-1823-BE94-2755-A041E87636AD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1" y="1806575"/>
            <a:ext cx="4991100" cy="458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FB33C1-66E4-5420-EAC7-ECB72519298E}"/>
              </a:ext>
            </a:extLst>
          </p:cNvPr>
          <p:cNvCxnSpPr>
            <a:cxnSpLocks/>
          </p:cNvCxnSpPr>
          <p:nvPr/>
        </p:nvCxnSpPr>
        <p:spPr>
          <a:xfrm flipH="1">
            <a:off x="394716" y="158496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42983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6AE5CFF-8C53-04B8-D45D-5572C54FE40F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1585448" cy="6620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705EA491-E08A-48B5-7211-33514A94530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DA2CEDE-2AB4-4FB8-9551-E0AA4222B1A3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59980DF-BFB1-0E16-FE9E-D2D30ED180E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EA97154-58A7-DD75-CD73-93F442F3412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E0677F5-4A8A-4BF1-96BE-3BAE8FBAFE2E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1775779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1600" b="1"/>
            </a:lvl2pPr>
            <a:lvl3pPr marL="914400" indent="0">
              <a:buNone/>
              <a:defRPr sz="16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13701989-F794-F145-FEEE-631718E4D69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2492481"/>
            <a:ext cx="5165725" cy="390038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20840" y="1775777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1600" b="1"/>
            </a:lvl2pPr>
            <a:lvl3pPr marL="914400" indent="0">
              <a:buNone/>
              <a:defRPr sz="16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A3BB3E04-BBB2-1EB1-AF01-EFE05E004270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0" y="2492481"/>
            <a:ext cx="5181907" cy="390038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692CF81-A7A7-1362-125E-EEC5C8BD16E7}"/>
              </a:ext>
            </a:extLst>
          </p:cNvPr>
          <p:cNvCxnSpPr>
            <a:cxnSpLocks/>
          </p:cNvCxnSpPr>
          <p:nvPr/>
        </p:nvCxnSpPr>
        <p:spPr>
          <a:xfrm flipH="1">
            <a:off x="394716" y="1579934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11E71789-6ED9-AA74-B78C-05CAF80B5536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74212839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05840"/>
            <a:ext cx="9906000" cy="801042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42483-B3E3-4399-B6B2-4B1D067F8CE5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677880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6574F-2CAD-411B-9EF3-12D0DF2C09EB}" type="datetimeFigureOut">
              <a:rPr lang="en-US" dirty="0"/>
              <a:t>9/10/2026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467626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8786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869140"/>
            <a:ext cx="11604046" cy="96920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1752" y="210114"/>
            <a:ext cx="1759288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7DA2CEDE-2AB4-4FB8-9551-E0AA4222B1A3}" type="datetimeFigureOut">
              <a:rPr lang="en-US" dirty="0"/>
              <a:pPr/>
              <a:t>9/10/2026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22485" y="210114"/>
            <a:ext cx="2509284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00323" y="210114"/>
            <a:ext cx="605475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5E0677F5-4A8A-4BF1-96BE-3BAE8FBAFE2E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2047284"/>
            <a:ext cx="11604046" cy="4234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3E5EF3F-856F-01A0-B658-94EAB13FC060}"/>
              </a:ext>
            </a:extLst>
          </p:cNvPr>
          <p:cNvCxnSpPr>
            <a:cxnSpLocks/>
          </p:cNvCxnSpPr>
          <p:nvPr/>
        </p:nvCxnSpPr>
        <p:spPr>
          <a:xfrm flipH="1">
            <a:off x="394716" y="751313"/>
            <a:ext cx="1140256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3699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800" b="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1" pos="168" userDrawn="1">
          <p15:clr>
            <a:srgbClr val="F26B43"/>
          </p15:clr>
        </p15:guide>
        <p15:guide id="22" orient="horz" pos="2160" userDrawn="1">
          <p15:clr>
            <a:srgbClr val="F26B43"/>
          </p15:clr>
        </p15:guide>
        <p15:guide id="23" pos="4800" userDrawn="1">
          <p15:clr>
            <a:srgbClr val="F26B43"/>
          </p15:clr>
        </p15:guide>
        <p15:guide id="24" orient="horz" pos="480" userDrawn="1">
          <p15:clr>
            <a:srgbClr val="F26B43"/>
          </p15:clr>
        </p15:guide>
        <p15:guide id="25" orient="horz" pos="864" userDrawn="1">
          <p15:clr>
            <a:srgbClr val="F26B43"/>
          </p15:clr>
        </p15:guide>
        <p15:guide id="26" pos="7392" userDrawn="1">
          <p15:clr>
            <a:srgbClr val="F26B43"/>
          </p15:clr>
        </p15:guide>
        <p15:guide id="27" orient="horz" pos="3840" userDrawn="1">
          <p15:clr>
            <a:srgbClr val="F26B43"/>
          </p15:clr>
        </p15:guide>
        <p15:guide id="28" pos="240" userDrawn="1">
          <p15:clr>
            <a:srgbClr val="F26B43"/>
          </p15:clr>
        </p15:guide>
        <p15:guide id="29" pos="74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0389" y="14579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COOKIEGUARD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750389" y="3015706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9F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Cookie &amp; Session Security Lab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 flipV="1">
            <a:off x="750389" y="3538582"/>
            <a:ext cx="4341222" cy="27215"/>
          </a:xfrm>
          <a:prstGeom prst="line">
            <a:avLst/>
          </a:prstGeom>
          <a:noFill/>
          <a:ln w="12700">
            <a:solidFill>
              <a:srgbClr val="3C4C6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4737826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Ponce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M.S. Cybersecurity, Seton Hall University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Security &amp; Web Technology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0F6E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384991" y="8305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&amp; authentication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134" y="1980474"/>
            <a:ext cx="5943600" cy="658368"/>
          </a:xfrm>
          <a:prstGeom prst="roundRect">
            <a:avLst>
              <a:gd name="adj" fmla="val 8333"/>
            </a:avLst>
          </a:prstGeom>
          <a:solidFill>
            <a:srgbClr val="F1EFE8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014" y="1980474"/>
            <a:ext cx="5577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419638" y="2666274"/>
            <a:ext cx="164592" cy="201168"/>
          </a:xfrm>
          <a:prstGeom prst="downArrow">
            <a:avLst/>
          </a:prstGeom>
          <a:solidFill>
            <a:srgbClr val="B4B2A9"/>
          </a:solidFill>
          <a:ln/>
        </p:spPr>
      </p:sp>
      <p:sp>
        <p:nvSpPr>
          <p:cNvPr id="7" name="Shape 5"/>
          <p:cNvSpPr/>
          <p:nvPr/>
        </p:nvSpPr>
        <p:spPr>
          <a:xfrm>
            <a:off x="530134" y="2894874"/>
            <a:ext cx="5943600" cy="658368"/>
          </a:xfrm>
          <a:prstGeom prst="roundRect">
            <a:avLst>
              <a:gd name="adj" fmla="val 8333"/>
            </a:avLst>
          </a:prstGeom>
          <a:solidFill>
            <a:srgbClr val="E6F1FB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014" y="2894874"/>
            <a:ext cx="5577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frontend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014" y="2894874"/>
            <a:ext cx="5577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https://localhost:3000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19638" y="3580674"/>
            <a:ext cx="164592" cy="201168"/>
          </a:xfrm>
          <a:prstGeom prst="downArrow">
            <a:avLst/>
          </a:prstGeom>
          <a:solidFill>
            <a:srgbClr val="B4B2A9"/>
          </a:solidFill>
          <a:ln/>
        </p:spPr>
      </p:sp>
      <p:sp>
        <p:nvSpPr>
          <p:cNvPr id="11" name="Shape 9"/>
          <p:cNvSpPr/>
          <p:nvPr/>
        </p:nvSpPr>
        <p:spPr>
          <a:xfrm>
            <a:off x="530134" y="3809274"/>
            <a:ext cx="5943600" cy="658368"/>
          </a:xfrm>
          <a:prstGeom prst="roundRect">
            <a:avLst>
              <a:gd name="adj" fmla="val 8333"/>
            </a:avLst>
          </a:prstGeom>
          <a:solidFill>
            <a:srgbClr val="E6F1FB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014" y="3809274"/>
            <a:ext cx="5577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proxy  -&gt;  Node.js backend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13014" y="3809274"/>
            <a:ext cx="5577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https://127.0.0.1:4443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19638" y="4495074"/>
            <a:ext cx="164592" cy="201168"/>
          </a:xfrm>
          <a:prstGeom prst="downArrow">
            <a:avLst/>
          </a:prstGeom>
          <a:solidFill>
            <a:srgbClr val="B4B2A9"/>
          </a:solidFill>
          <a:ln/>
        </p:spPr>
      </p:sp>
      <p:sp>
        <p:nvSpPr>
          <p:cNvPr id="15" name="Shape 13"/>
          <p:cNvSpPr/>
          <p:nvPr/>
        </p:nvSpPr>
        <p:spPr>
          <a:xfrm>
            <a:off x="530134" y="4723674"/>
            <a:ext cx="5943600" cy="658368"/>
          </a:xfrm>
          <a:prstGeom prst="roundRect">
            <a:avLst>
              <a:gd name="adj" fmla="val 8333"/>
            </a:avLst>
          </a:prstGeom>
          <a:solidFill>
            <a:srgbClr val="E6F1FB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014" y="4723674"/>
            <a:ext cx="5577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sessions + security labs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21863" y="2074091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35000"/>
              </a:lnSpc>
              <a:spcAft>
                <a:spcPts val="1000"/>
              </a:spcAft>
              <a:buSzPct val="100000"/>
              <a:buFont typeface="Arial"/>
              <a:buChar char="•"/>
            </a:pPr>
            <a:r>
              <a:rPr lang="en-US" sz="1250" dirty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Fixed demonstration credentials (demo / </a:t>
            </a:r>
            <a:r>
              <a:rPr lang="en-US" sz="1250" dirty="0" err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cookieguard</a:t>
            </a:r>
            <a:r>
              <a:rPr lang="en-US" sz="1250" dirty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) for repeatable testing</a:t>
            </a:r>
            <a:endParaRPr lang="en-US" sz="125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Font typeface="Arial"/>
              <a:buChar char="•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are stored in memory, not persisted to a database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Font typeface="Arial"/>
              <a:buChar char="•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forwards /api/* requests to the backend over HTTPS via a proxy route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Font typeface="Arial"/>
              <a:buChar char="•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trusted certificates are generated with mkcert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65196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0F6E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COOKIE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357777" y="78522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Cookie security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8777" y="221560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cookieguard_session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8777" y="2672806"/>
            <a:ext cx="5669280" cy="36576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21657" y="267280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F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Secure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3161937" y="267280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8777" y="3038566"/>
            <a:ext cx="566928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21657" y="303856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F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HttpOnly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161937" y="303856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8777" y="3404326"/>
            <a:ext cx="5669280" cy="36576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21657" y="340432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F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SameSite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161937" y="340432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Lax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8777" y="3770086"/>
            <a:ext cx="566928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21657" y="377008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F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161937" y="377008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8777" y="4135846"/>
            <a:ext cx="5669280" cy="36576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21657" y="413584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F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Expiration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3161937" y="413584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8777" y="4501606"/>
            <a:ext cx="566928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1657" y="450160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F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Persistent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161937" y="450160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38777" y="4867366"/>
            <a:ext cx="5669280" cy="36576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21657" y="486736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F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Domain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161937" y="486736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Host-only (not set)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28097" y="262744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Secure:  </a:t>
            </a: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Restricts the cookie to HTTPS transport.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728097" y="349612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HttpOnly:  </a:t>
            </a: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direct JavaScript access to the cookie value.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728097" y="436480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SameSite:  </a:t>
            </a: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whether the cookie is sent with cross-site requests.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1521440" y="65196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0F6E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CONTROLLED EXPERIMENT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30349" y="739866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XSS and HttpOnly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2206" y="1635397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AECE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5086" y="1635397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 mode</a:t>
            </a:r>
            <a:endParaRPr lang="en-US" sz="1400" dirty="0"/>
          </a:p>
        </p:txBody>
      </p:sp>
      <p:pic>
        <p:nvPicPr>
          <p:cNvPr id="6" name="Image 0" descr="/home/claude/cookieguard/CookieGuard-main/evidence/xss-vulnerabl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2206" y="2229757"/>
            <a:ext cx="5532120" cy="4160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081486" y="1635397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E1F5E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264366" y="1635397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mode</a:t>
            </a:r>
            <a:endParaRPr lang="en-US" sz="1400" dirty="0"/>
          </a:p>
        </p:txBody>
      </p:sp>
      <p:pic>
        <p:nvPicPr>
          <p:cNvPr id="9" name="Image 1" descr="/home/claude/cookieguard/CookieGuard-main/evidence/xss-protect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81486" y="2229757"/>
            <a:ext cx="5532120" cy="41605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0" y="65196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0F6E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CONTROLLED EXPERIMENT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2206" y="739866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CSRF and SameSite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39420" y="1671683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E1F5E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2300" y="1671683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Same-site request  -&gt;  200 accepted</a:t>
            </a:r>
            <a:endParaRPr lang="en-US" sz="1350" dirty="0"/>
          </a:p>
        </p:txBody>
      </p:sp>
      <p:pic>
        <p:nvPicPr>
          <p:cNvPr id="6" name="Image 0" descr="/home/claude/cookieguard/CookieGuard-main/evidence/csrf-same-sit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39420" y="2266043"/>
            <a:ext cx="5532120" cy="4160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108700" y="1671683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AECE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291580" y="1671683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Cross-site request  -&gt;  403 blocked</a:t>
            </a:r>
            <a:endParaRPr lang="en-US" sz="1350" dirty="0"/>
          </a:p>
        </p:txBody>
      </p:sp>
      <p:pic>
        <p:nvPicPr>
          <p:cNvPr id="9" name="Image 1" descr="/home/claude/cookieguard/CookieGuard-main/evidence/csrf-cross-sit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08700" y="2266043"/>
            <a:ext cx="5532120" cy="41605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0" y="65196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0F6E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CONTROLLED EXPERIMENT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58009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HTTPS and secure transport</a:t>
            </a:r>
            <a:endParaRPr lang="en-US" sz="3000" dirty="0"/>
          </a:p>
        </p:txBody>
      </p:sp>
      <p:pic>
        <p:nvPicPr>
          <p:cNvPr id="4" name="Image 0" descr="/home/claude/cookieguard/CookieGuard-main/evidence/https-confirm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" y="1599474"/>
            <a:ext cx="3383280" cy="2834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44348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confirmed on the frontend origin</a:t>
            </a:r>
            <a:endParaRPr lang="en-US" sz="1150" dirty="0"/>
          </a:p>
        </p:txBody>
      </p:sp>
      <p:pic>
        <p:nvPicPr>
          <p:cNvPr id="6" name="Image 1" descr="/home/claude/cookieguard/https-network-redact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114800" y="1508760"/>
            <a:ext cx="3794760" cy="4480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114800" y="603504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request Network evidence (Set-Cookie)</a:t>
            </a:r>
            <a:endParaRPr lang="en-US" sz="1150" dirty="0"/>
          </a:p>
        </p:txBody>
      </p:sp>
      <p:pic>
        <p:nvPicPr>
          <p:cNvPr id="8" name="Image 2" descr="/home/claude/cookieguard/logout-cookie-cleared-redact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38160" y="1508760"/>
            <a:ext cx="3566160" cy="44805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138160" y="6035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Logout clears the session cookie</a:t>
            </a:r>
            <a:endParaRPr lang="en-US" sz="1150" dirty="0"/>
          </a:p>
        </p:txBody>
      </p:sp>
      <p:sp>
        <p:nvSpPr>
          <p:cNvPr id="11" name="Text 6"/>
          <p:cNvSpPr txBox="1"/>
          <p:nvPr/>
        </p:nvSpPr>
        <p:spPr>
          <a:xfrm>
            <a:off x="11521440" y="65196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6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0F6E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VERIFICATION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2206" y="739866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 and security takeaways</a:t>
            </a:r>
            <a:endParaRPr lang="en-US" sz="3000" dirty="0"/>
          </a:p>
        </p:txBody>
      </p:sp>
      <p:pic>
        <p:nvPicPr>
          <p:cNvPr id="4" name="Image 0" descr="/home/claude/cookieguard/CookieGuard-main/evidence/test-suit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2206" y="1717041"/>
            <a:ext cx="4160520" cy="4480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946469" y="2179683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results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946469" y="2591163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✓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 backend tests passed, 0 failures</a:t>
            </a:r>
            <a:endParaRPr lang="en-US" sz="115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✓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TypeScript build passed</a:t>
            </a:r>
            <a:endParaRPr lang="en-US" sz="115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✓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production build passed</a:t>
            </a:r>
            <a:endParaRPr lang="en-US" sz="115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✓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CI: Verify CookieGuard #64 - success</a:t>
            </a:r>
            <a:endParaRPr lang="en-US" sz="115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✓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HTTPS, Secure, HttpOnly, SameSite verified</a:t>
            </a:r>
            <a:endParaRPr lang="en-US" sz="115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✓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and CSRF labs verified</a:t>
            </a:r>
            <a:endParaRPr lang="en-US" sz="115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✓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Logout and session clearing verified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741229" y="2179683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686800" y="2409734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demo credentials, not a real user database</a:t>
            </a:r>
            <a:endParaRPr lang="en-US" sz="11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sessions only</a:t>
            </a:r>
            <a:endParaRPr lang="en-US" sz="11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mkcert HTTPS certificate</a:t>
            </a:r>
            <a:endParaRPr lang="en-US" sz="11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vulnerable XSS mode is intentional</a:t>
            </a:r>
            <a:endParaRPr lang="en-US" sz="11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maintenance (Next.js) needed before any production use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521440" y="65196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7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rk gradient">
  <a:themeElements>
    <a:clrScheme name="Dark gradient">
      <a:dk1>
        <a:sysClr val="windowText" lastClr="000000"/>
      </a:dk1>
      <a:lt1>
        <a:sysClr val="window" lastClr="FFFFFF"/>
      </a:lt1>
      <a:dk2>
        <a:srgbClr val="0B0C12"/>
      </a:dk2>
      <a:lt2>
        <a:srgbClr val="ECF0FB"/>
      </a:lt2>
      <a:accent1>
        <a:srgbClr val="4970FF"/>
      </a:accent1>
      <a:accent2>
        <a:srgbClr val="712ED5"/>
      </a:accent2>
      <a:accent3>
        <a:srgbClr val="00C4B6"/>
      </a:accent3>
      <a:accent4>
        <a:srgbClr val="3633D1"/>
      </a:accent4>
      <a:accent5>
        <a:srgbClr val="4AB1FE"/>
      </a:accent5>
      <a:accent6>
        <a:srgbClr val="9E2FD5"/>
      </a:accent6>
      <a:hlink>
        <a:srgbClr val="4970FF"/>
      </a:hlink>
      <a:folHlink>
        <a:srgbClr val="8E24FF"/>
      </a:folHlink>
    </a:clrScheme>
    <a:fontScheme name="Dark gradient">
      <a:majorFont>
        <a:latin typeface="Arial Nova Light"/>
        <a:ea typeface=""/>
        <a:cs typeface=""/>
      </a:majorFont>
      <a:minorFont>
        <a:latin typeface="Arial Nova Light"/>
        <a:ea typeface=""/>
        <a:cs typeface=""/>
      </a:minorFont>
    </a:fontScheme>
    <a:fmtScheme name="Dark gradien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rk gradient" id="{6C0E157E-BBF9-45FB-91B2-9EEA263F6260}" vid="{4AA688F4-4384-4824-9BC0-914EFB7BEE9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7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Dark gradient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CookieGuard - Interactive Cookie &amp; Session Security Lab</dc:title>
  <dc:subject>PptxGenJS Presentation</dc:subject>
  <dc:creator>Marco Ponce</dc:creator>
  <cp:lastModifiedBy>Marco Ponce</cp:lastModifiedBy>
  <cp:revision>55</cp:revision>
  <dcterms:created xsi:type="dcterms:W3CDTF">2026-09-10T22:13:49Z</dcterms:created>
  <dcterms:modified xsi:type="dcterms:W3CDTF">2026-09-10T22:40:20Z</dcterms:modified>
</cp:coreProperties>
</file>